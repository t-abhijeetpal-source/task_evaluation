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E1E5A"/>
                </a:solidFill>
              </a:rPr>
              <a:t>Basics B1-B6</a:t>
            </a:r>
          </a:p>
          <a:p>
            <a:r>
              <a:rPr sz="2400">
                <a:solidFill>
                  <a:srgbClr val="464646"/>
                </a:solidFill>
              </a:rPr>
              <a:t>Interview Q&amp;A Study Guide (with answers)</a:t>
            </a:r>
          </a:p>
          <a:p>
            <a:r>
              <a:rPr sz="1400">
                <a:solidFill>
                  <a:srgbClr val="464646"/>
                </a:solidFill>
              </a:rPr>
              <a:t>Coding-Agent Capability Portfolio - Task_Eval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1E5A"/>
                </a:solidFill>
              </a:rPr>
              <a:t>B1  -  repo-structure-mapper</a:t>
            </a:r>
          </a:p>
          <a:p>
            <a:r>
              <a:rPr sz="1800">
                <a:solidFill>
                  <a:srgbClr val="464646"/>
                </a:solidFill>
              </a:rPr>
              <a:t>Repository inventory, architecture detection &amp; dependency graph (analysis agent)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B1 repo-structure-mapper   |   Concept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What does this agent produce and who consumes it?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 structured read of an unfamiliar repo: stack, architecture pattern + layers, module/dependency graph, design patterns, artifact inventory, an onboarding guide and a code-review cheat sheet. Consumers: an engineer onboarding on day 1, a reviewer needing context, or an AI/RAG index. It is a reading, not runnable code.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Inventory vs architecture map vs dependency graph - why all three?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Inventory = what exists (files/counts). Architecture map = how layers relate and which patterns are used. Dependency graph = directional edges between modules derived from imports/build files. Together they answer what is here, how it is organized, and what depends on what.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What are the depth modes and when do you pick each?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quick (stack + entrypoints), standard (default: + architecture + light static analysis), full (+ business-flow traces), onboarding (+ day-1 guide), code-review (+ review cheat sheet). Pick by how much coverage the consumer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B1 repo-structure-mapper   |   Methodology &amp;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did you get the counts - enumerated or estimated?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Originally naming-sweep grep estimates - the core weakness: they were wrong by up to ~40% (models) and &gt;2x (providers). Now every count ships the exact command that produced it, executed at a pinned commit (1a35bda75).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VERIFIED vs INFERRED vs NOT FOUND - give an example of each.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VERIFIED = read directly/executed (Flutter 3.35.5 from .fvmrc:2). INFERRED = pattern/name match not fully confirmed (a folder's purpose from its name). NOT FOUND IN REPOSITORY = expected-but-absent (no BLoC, no server endpoints in a client module).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Are counts file-level or class-level?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File-level - a lower bound on classes, since one file can hold several. Stated explicitly so a reader does not conflate files with class instances.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B1 repo-structure-mapper   |   Methodology &amp;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do you detect the architecture pattern and assign confidence?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Look for structural signatures: per-feature data/domain/presentation folders (Clean), StateNotifier/ViewModel + ref.watch (MVVM/Riverpod), *_bloc.dart/BlocProvider (BLoC). Confidence is VERIFIED when the signature is read in source with cited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B1 repo-structure-mapper   |   Deep-dive: the layer violation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did you prove the violation is systemic, not anecdotal?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Re-derived by command: 296 presentation files import a data-layer symbol (/data/, _repository_impl, _remote_datasource). That turns 'I saw one example' into a measured, structural finding.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Is importing a data model as severe as importing a _repository_impl?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No - importing a concrete *_repository_impl couples to an implementation and is worse than importing a DTO/model. The 296 is a conservative superset; a rigorous version splits the two for action.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would you enforce the boundary going forward?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 custom analyzer / import-lint rule banning presentation -&gt; data imports, wired into analysis_options.yaml and failed in 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B1 repo-structure-mapper   |   Freshness, scaling &amp;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This is a static snapshot - how does it avoid going stale?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Anchor to a commit SHA and ship the regenerating commands; re-run after a pull and bump the SHA. That converts a snapshot into a reproducible artifact.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does the approach scale to a 1M-line monorepo?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grep/find scale fine for counts; for relationships use codegraph/LSP symbol data (call graph, refs) which is more accurate but heavier. In huge repos sample + cite representatives rather than enumerate, and say so.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What if the README contradicts the code?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Code is the source of truth; flag the drift (README said Dio, code uses package:http) as documentation drift, not a bug.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1E5A"/>
                </a:solidFill>
              </a:rPr>
              <a:t>B2  -  route-api-mapper</a:t>
            </a:r>
          </a:p>
          <a:p>
            <a:r>
              <a:rPr sz="1800">
                <a:solidFill>
                  <a:srgbClr val="464646"/>
                </a:solidFill>
              </a:rPr>
              <a:t>Outbound API surface of a client app (Retrofit + deep links)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B2 route-api-mapper   |  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A client app has no server endpoints - what is the API surface?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The outbound surface: Retrofit service interfaces (the HTTP calls the app makes) plus navigation/deep-link routes (intent-filters dispatched by a DeeplinkActivity).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B2 route-api-mapper   |   The core gotcha: @Url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Every method uses a dynamic @Url - what does that mean for mapping?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The annotation gives only the HTTP verb; the path is a runtime @Url string. So the annotation alone cannot tell you the endpoint path.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If the path is not in the annotation, where is it?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full URL = env-selected base host (from the keys-provider UrlsProvider registry) + a path constant (MFCommonEndPoint, EquityDefaultEndpoints, GtmEndpoints ...). Assembled at the call site and passed to @Url.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Your original map said paths were 'mostly not captured' - was that correct?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No - it was an under-analysis. The paths are in source as const vals, just decoupled from the annotation. Re-analysis recovered 694 path constants + 400 host bases at commit e7fc70a6.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B2 route-api-mapper   |   The core gotcha: @Url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A constant is /mandate/api/v4/otm/%s/... - what is the %s?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 printf-style placeholder for a runtime parameter (e.g. user/mandate id). Document the template; the concrete value is request-time.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B2 route-api-mapper   |   Completeness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Which services are NOT in the repo and how do you represent that?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8+ Retrofit services are DI-injected from binary modules (equity/kyc/apprating) - interfaces NOT FOUND IN REPOSITORY. Represented honestly as out-of-source, not guessed.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You recovered paths but not the method-&gt;constant binding - why is that hard?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The extractor lists path constants but not which Retrofit method consumes which constant; that binding lives at the call site and needs AST/call-site tracing. Stated as an open limitation.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is auth handled per endpoint?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Auth is injected globally by an OkHttp interceptor in the binary core SDK, so per-endpoint scope is not visible in source; documented as 'interceptor'.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B2 route-api-mapper   |   Reproducibility &amp;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emit YAML + an extractor script instead of a prose table?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 diffable, machine-checkable artifact: extract_routes.sh regenerates it, and diff &lt;(extract) committed.yaml flags API drift in CI. Prose cannot be diffed or re-verified.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robust is a grep-based extractor - what does it miss?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It misses concatenated/runtime-built paths and templated strings. An AST parser would be more precise but heavier - trade-off accepted and documented.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would you map request/response schemas, not just paths?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Follow each call's request/response DTO model classes - a deeper pass beyond path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1E5A"/>
                </a:solidFill>
              </a:rPr>
              <a:t>B3  -  test-discovery</a:t>
            </a:r>
          </a:p>
          <a:p>
            <a:r>
              <a:rPr sz="1800">
                <a:solidFill>
                  <a:srgbClr val="464646"/>
                </a:solidFill>
              </a:rPr>
              <a:t>Frameworks, the canonical CI command, coverage &amp; execution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B3 test-discovery   |  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What is the goal, and why is the canonical command the key output?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Tell an engineer exactly how to run the tests the way CI does. The canonical command is the single most actionable deliverable.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split Agent Findings from Verified Findings?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Agent Findings = read from config; Verified Findings = commands actually executed. The split stops inference being passed off as fact.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B3 test-discovery   |   The execution gap (the big 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is 'discovered but not run' a weak deliverable?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Without running you cannot prove the command works, nor report pass/fail, coverage, or flakiness. The first version explicitly reported no green/red status.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You ran :wsclient and got 396 tests / 21 failing - how?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Ran ./gradlew :wsclient:testDevelopmentDebugUnitTest and parsed the JUnit XML in build/test-results: 33 suites, 396 tests, 21 failures, 0 errors.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The dry-run said testDebugUnitTest is ambiguous - what did that teach you?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There is no plain debug variant; the real flavored tasks are testDevelopmentDebugUnitTest (+ preprod/production/staging), confirming the canonical command and that the app has 4 flavors.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B3 test-discovery   |   The execution gap (the big 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not run all 31 modules?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 full cold multi-module Android+Flutter build is heavy; one representative module establishes a real green/red. The scope limit is stated, not hidden, and faking a full green would be dishonest.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B3 test-discovery   |   The :advisory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What actually happened to :advisory?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Originally 'missing from settings.gradle'; now the module was removed entirely - but .gitlab-ci.yml still invokes :advisory in 3 places (lint :96, report path :132, sonarqube :173), so those jobs now fail. 'Removed but still called' is worse than 'orphaned'.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B3 test-discovery   |   Coverage, health &amp; freshness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Is the coverage gate meaningful?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The JaCoCo gate is 20% globally - low, and a global rule lets a few well-tested modules mask untested ones. Per-module minimums would be stronger.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The failures are in *PropertyTest - what does that suggest?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Property-based tests, which can be seed/environment sensitive. Reported as fact; cause not assumed without diagnosis.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did this illustrate staleness?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The original target repo (paytmmoney) was consolidated into android-monorepo, so the pinned analysis went obsolete. Re-anchored to a new SHA with a reproduce recipe.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1E5A"/>
                </a:solidFill>
              </a:rPr>
              <a:t>B4  -  fastapi-transaction-service</a:t>
            </a:r>
          </a:p>
          <a:p>
            <a:r>
              <a:rPr sz="1800">
                <a:solidFill>
                  <a:srgbClr val="464646"/>
                </a:solidFill>
              </a:rPr>
              <a:t>Layered Python transaction service (FastAPI)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B4 fastapi-transaction-service   | 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Walk me through the layers.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routes (HTTP only) -&gt; services (business logic, balance) -&gt; storage (persistence); plus models (domain) and schemas (API contract). Each layer depends only on the one below; routes are thin dispatchers.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keep domain models separate from Pydantic schemas?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Schemas validate/serialize at the API boundary; domain models are framework-agnostic internals. Decoupling keeps storage/business code free of HTTP shapes.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does DI wire the service, and why a singleton store?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get_service() injects a TransactionService bound to a module-level singleton InMemoryStorage via FastAPI Depends, so all requests share state.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B4 fastapi-transaction-service   |   Money correctness (the headline)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is float wrong for money?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Binary floats cannot represent decimal cents exactly (0.1 + 0.2 = 0.30000000000000004), so sums drift. Money needs exact decimal/integer arithmetic.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Field(gt=0) still accepts inf/nan/9.999 - how did you close that?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 field validator: must be finite (math.isfinite), &lt;= max_amount, and at most 2 decimal places (checked via Decimal(str(v)) exponent).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integer cents instead of changing the field to Decimal?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It keeps the public JSON API as plain numbers (no Decimal serialization surprises) while guaranteeing exact aggregation: balance is summed in int cents then converted back.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B4 fastapi-transaction-service   |   Money correctness (the headline)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Decimal(str(v)) and not Decimal(v)?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Decimal(float) imports the binary-float error; Decimal(str(v)) parses the decimal text exactly.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do you test inf rejection when JSON has no Infinity literal?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The JSON number 1e500 parses to float('inf') server-side, exercising the isfinite guard - whereas httpx refuses to serialize float('inf') client-side.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B4 fastapi-transaction-service   |   Validation, errors &amp;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Where does validation live and why not in the route?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In the schemas at the boundary, so routes stay thin and can trust their inputs.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a custom {error, detail} envelope, and why strip ctx/input?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For a consistent error shape; ctx/input can hold non-serializable values (the raw inf that triggered the error) which would crash JSONResponse.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structured JSON logs + a request-id?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One JSON object per line is machine-parseable; a per-request id threaded via a contextvar correlates all logs for a request and is echoed in the response header.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B4 fastapi-transaction-service   |   Testing &amp;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What is your coverage gate?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pytest-cov with --cov-fail-under=90; the suite sits at ~99%.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Storage is in-memory - what breaks in production?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Data is lost on restart and not shared across processes/replicas; threading.Lock guards one process but each uvicorn worker has its own store. Production needs a real DB, auth, and rate limiting.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would you add pagination to GET /transactions?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Add limit/offset (or cursor) params, slice in storage, and return a total count + next cursor.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1E5A"/>
                </a:solidFill>
              </a:rPr>
              <a:t>B5  -  node-transaction-service</a:t>
            </a:r>
          </a:p>
          <a:p>
            <a:r>
              <a:rPr sz="1800">
                <a:solidFill>
                  <a:srgbClr val="464646"/>
                </a:solidFill>
              </a:rPr>
              <a:t>Layered Node/Express transaction service (B4 parity)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B5 node-transaction-service   |   Architecture &amp;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This mirrors B4 - what is the same and what differs?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Same 3-layer split and money fix, in Express. Differences: JavaScript (manual validation, no Pydantic), a single-threaded event loop, and JSDoc instead of static types.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is the in-memory store 'not thread-safe' but fine in practice?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Node's single-threaded event loop serializes the synchronous add(), so there is no data race in one process; the pattern is still naive for multi-process deployment.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B5 node-transaction-service   |   Validation &amp;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Show the validation checks.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typeof number and not NaN, finite, &gt; 0, &lt;= maxAmount, and at most 2 decimals via abs(amount*100 - round(amount*100)) &gt; 1e-9.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an epsilon instead of exact equality?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amount*100 itself can carry tiny float error (0.1*100 = 10.000...2), so compare within 1e-9 rather than exactly.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do toCents/fromCents avoid drift, and where could they fail?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round(amount*100) is lossless for &lt;=2dp inputs (validated upstream); inputs outside that contract could mis-round, which is why the validation gate exists first.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B5 node-transaction-service   |   Errors, logging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Explain the middleware order.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request-id/logging -&gt; express.json() -&gt; JSON-parse error handler -&gt; routes -&gt; 404 -&gt; catch-all 500. This ensures parse errors are caught, unknown routes 404, and any thrown error returns a clean 500.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do you ensure a thrown error never leaks a stack trace?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The catch-all error middleware logs the error server-side and returns a generic {error:'internal_error'} with status 500.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split stdout (info) vs stderr (warn/error)?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12-factor stream separation, so log routing/alerting can treat error streams differently.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B5 node-transaction-service   |   Errors, logging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Function coverage was under the gate - how did you fix it?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logger.warn/error were never exercised; a small unit test calling them (and the money helpers) lifted function coverage above the threshold.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B5 node-transaction-service   |  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Same in-memory limit as B4 - migration path?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Swap storage for Postgres behind the same interface; add auth + rate limiting; containerize and wire CI.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would you add graceful shutdown?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Trap SIGTERM, stop accepting new connections, let in-flight requests drain, then exit.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1E5A"/>
                </a:solidFill>
              </a:rPr>
              <a:t>B6  -  rust-logcount-cli</a:t>
            </a:r>
          </a:p>
          <a:p>
            <a:r>
              <a:rPr sz="1800">
                <a:solidFill>
                  <a:srgbClr val="464646"/>
                </a:solidFill>
              </a:rPr>
              <a:t>Deterministic Rust CLI (library + binary)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B6 rust-logcount-cli   | 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split into a library crate + a thin binary?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The library holds parsing/counting; the binary is a thin CLI shell. Integration tests exercise the library API directly and the binary end-to-end.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Walk the layers.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main (argv, exit codes, I/O) -&gt; parser (text/file -&gt; counts) -&gt; models (LogLevel classification, LogCounts). main carries no business logic.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does LogLevel::from_line return Option, not error?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Unrecognized/blank lines are not errors; returning None lets them be skipped without panicking or failing the run.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B6 rust-logcount-cli   |   Error handling &amp; UX (the strength)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do you avoid panicking on a missing file?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count_file returns io::Result via the ? operator; main matches the error kind (NotFound -&gt; exit 1) instead of unwrapping.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What exit codes do you use and why?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0 ok, 1 read/IO error, 2 usage error (missing/unknown args). Distinct codes let shell scripts branch on the failure type.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Classification is case-sensitive - intended?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Yes - it matches exact tokens INFO/WARN/ERROR; lowercase is not counted. A flag could relax this if a use case needed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B6 rust-logcount-cli   |   The improvements added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add stdin (-) support?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A lone '-' reads stdin so the tool composes in pipelines (tail -f app.log | logcount -) instead of needing a temp file.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hand-roll --json instead of using serde?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Counts are integers with no strings to escape, so a hand-built JSON string avoids a dependency and keeps the crate zero-deps - a deliberate trade-off vs serde's robustness.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does the parser disambiguate '-' from an unknown flag?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'-' exactly equals stdin; anything else starting with '-' that is not a known flag is rejected as an unknown option (exit 2).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B6 rust-logcount-cli   |   Testing, quality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do you test the actual binary vs the library?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Cargo injects CARGO_BIN_EXE_logcount for integration tests; spawn it with std::process::Command, pipe stdin, and assert stdout + exit codes.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What does cargo clippy -- -D warnings enforce?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It treats every clippy lint as an error, run in CI to keep the code idiomatic and warning-free.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would you handle a multi-GB log file?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Replace fs::read_to_string with a buffered line reader (BufReader::lines) so memory stays O(1) regardless of file size.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B6 rust-logcount-cli   |   Testing, quality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Would parallelizing help?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Counting is I/O-bound, so threads (e.g. rayon) likely will not help unless the file is already in page cache; measure before adding complexity.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1E5A"/>
                </a:solidFill>
              </a:rPr>
              <a:t>Cross-cutting</a:t>
            </a:r>
          </a:p>
          <a:p>
            <a:r>
              <a:rPr sz="1800">
                <a:solidFill>
                  <a:srgbClr val="464646"/>
                </a:solidFill>
              </a:rPr>
              <a:t>Questions asked across every Basics task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Cross-cutting   |  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Why does every task carry an 'Agent-Generated vs Verified' split?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It protects trust: it separates what was read/asserted from what was executed, so a reviewer knows exactly which claims are proven and which are inference.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How did you behave under environment blockers?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Blocked or absent items are marked (blocked / NOT FOUND IN REPOSITORY) rather than fabricated - e.g. B3 did not fake a green test run when a full build was not run.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For each built service, what is the difference between code-quality-ready and production-ready?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B4/B5/B6 are now correct, observable and tested (code-quality-ready) but still in-memory with no auth/DB/scale, so they are not deployable systems (not production-ready).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E5A"/>
                </a:solidFill>
              </a:rPr>
              <a:t>Cross-cutting   |  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961E1E"/>
                </a:solidFill>
              </a:rPr>
              <a:t>Q.  What is the single highest-impact gap left per task?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464646"/>
                </a:solidFill>
              </a:rPr>
              <a:t>A.  B1: enumerate the ~46 route count. B2: resolve the method-&gt;constant binding. B3: run all modules + a real coverage %. B4/B5: real datastore + auth. B6: streaming for huge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